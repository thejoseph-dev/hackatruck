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74B"/>
    <a:srgbClr val="695CED"/>
    <a:srgbClr val="5EBFEE"/>
    <a:srgbClr val="FAD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76EE2-DFDF-C143-C74B-F4622A8608D8}" v="943" dt="2025-07-29T18:54:25.065"/>
    <p1510:client id="{52098016-ACB3-5F9B-1E36-7B39FB96D57C}" v="76" dt="2025-07-31T18:05:37.083"/>
    <p1510:client id="{A127FA1D-AF54-B755-BA2E-76671DAA16DA}" v="38" dt="2025-07-30T18:48:52.664"/>
    <p1510:client id="{C45BB6B7-1F87-3457-68F6-8C078609256A}" v="270" dt="2025-07-31T17:34:39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8BF836-C03E-4AB0-B8ED-567D6583F318}" type="doc">
      <dgm:prSet loTypeId="urn:microsoft.com/office/officeart/2018/5/layout/IconCircleLabelList" loCatId="icon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2029DDD-DF8F-4B6D-B7EF-7C70A651EC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dirty="0"/>
            <a:t>Suporte para </a:t>
          </a:r>
          <a:r>
            <a:rPr lang="pt-BR" dirty="0">
              <a:latin typeface="Aptos Display" panose="020F0302020204030204"/>
            </a:rPr>
            <a:t>mais</a:t>
          </a:r>
          <a:r>
            <a:rPr lang="pt-BR" dirty="0"/>
            <a:t> idiomas</a:t>
          </a:r>
          <a:endParaRPr lang="en-US" dirty="0"/>
        </a:p>
      </dgm:t>
    </dgm:pt>
    <dgm:pt modelId="{6C82B924-9E78-4427-BD44-5792FEA3C5F8}" type="parTrans" cxnId="{1E86B41A-94DB-45DD-BB4C-6A4679AA3634}">
      <dgm:prSet/>
      <dgm:spPr/>
      <dgm:t>
        <a:bodyPr/>
        <a:lstStyle/>
        <a:p>
          <a:endParaRPr lang="en-US"/>
        </a:p>
      </dgm:t>
    </dgm:pt>
    <dgm:pt modelId="{D52C2D19-2828-47B3-9F7B-DD73D2CAFE67}" type="sibTrans" cxnId="{1E86B41A-94DB-45DD-BB4C-6A4679AA3634}">
      <dgm:prSet/>
      <dgm:spPr/>
      <dgm:t>
        <a:bodyPr/>
        <a:lstStyle/>
        <a:p>
          <a:endParaRPr lang="en-US"/>
        </a:p>
      </dgm:t>
    </dgm:pt>
    <dgm:pt modelId="{1912E28F-F987-45A9-829A-A2ABA063292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dirty="0"/>
            <a:t>Personalização de tipos de alerta</a:t>
          </a:r>
          <a:endParaRPr lang="en-US" dirty="0"/>
        </a:p>
      </dgm:t>
    </dgm:pt>
    <dgm:pt modelId="{30F69C0A-E4B4-4737-831F-F5F319F43E96}" type="parTrans" cxnId="{808C6A45-4BAD-4698-8334-76D3A0BC1EB4}">
      <dgm:prSet/>
      <dgm:spPr/>
      <dgm:t>
        <a:bodyPr/>
        <a:lstStyle/>
        <a:p>
          <a:endParaRPr lang="en-US"/>
        </a:p>
      </dgm:t>
    </dgm:pt>
    <dgm:pt modelId="{5838854A-D9E0-40B4-B34F-48DD891B04AF}" type="sibTrans" cxnId="{808C6A45-4BAD-4698-8334-76D3A0BC1EB4}">
      <dgm:prSet/>
      <dgm:spPr/>
      <dgm:t>
        <a:bodyPr/>
        <a:lstStyle/>
        <a:p>
          <a:endParaRPr lang="en-US"/>
        </a:p>
      </dgm:t>
    </dgm:pt>
    <dgm:pt modelId="{6F91D9C3-0811-4EC0-B1DC-A3F2037491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dirty="0"/>
            <a:t>Integração com </a:t>
          </a:r>
          <a:r>
            <a:rPr lang="pt-BR" dirty="0" err="1"/>
            <a:t>Wearables</a:t>
          </a:r>
          <a:r>
            <a:rPr lang="pt-BR" dirty="0"/>
            <a:t>(óculos com câmera)</a:t>
          </a:r>
          <a:endParaRPr lang="en-US" dirty="0"/>
        </a:p>
      </dgm:t>
    </dgm:pt>
    <dgm:pt modelId="{B55E0B4C-9FFE-4E9D-A867-565BC3A4C05B}" type="parTrans" cxnId="{73EB96E3-9179-4A10-B258-FA96185DCA6A}">
      <dgm:prSet/>
      <dgm:spPr/>
      <dgm:t>
        <a:bodyPr/>
        <a:lstStyle/>
        <a:p>
          <a:endParaRPr lang="en-US"/>
        </a:p>
      </dgm:t>
    </dgm:pt>
    <dgm:pt modelId="{0EC30708-F8BE-40B0-B848-1181E82C98F0}" type="sibTrans" cxnId="{73EB96E3-9179-4A10-B258-FA96185DCA6A}">
      <dgm:prSet/>
      <dgm:spPr/>
      <dgm:t>
        <a:bodyPr/>
        <a:lstStyle/>
        <a:p>
          <a:endParaRPr lang="en-US"/>
        </a:p>
      </dgm:t>
    </dgm:pt>
    <dgm:pt modelId="{34C45F0E-73C3-4AF7-BF03-CCB9420CDC64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dirty="0"/>
            <a:t>Transferência de processamento para </a:t>
          </a:r>
          <a:r>
            <a:rPr lang="pt-BR" dirty="0">
              <a:latin typeface="Aptos Display" panose="020F0302020204030204"/>
            </a:rPr>
            <a:t>cloud computing</a:t>
          </a:r>
        </a:p>
      </dgm:t>
    </dgm:pt>
    <dgm:pt modelId="{EC0ABDB7-1BCF-42FE-9CB9-5C95F5996DE1}" type="parTrans" cxnId="{988E4017-88E3-4010-8824-E6E1F9B9F04B}">
      <dgm:prSet/>
      <dgm:spPr/>
    </dgm:pt>
    <dgm:pt modelId="{AA4835E4-E1D8-422B-91A9-1BAD4E94D5BC}" type="sibTrans" cxnId="{988E4017-88E3-4010-8824-E6E1F9B9F04B}">
      <dgm:prSet/>
      <dgm:spPr/>
    </dgm:pt>
    <dgm:pt modelId="{D3539734-ECA8-45C0-AB7A-3942406BD2E9}">
      <dgm:prSet phldr="0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pt-BR" dirty="0"/>
            <a:t>Ativação de</a:t>
          </a:r>
          <a:r>
            <a:rPr lang="pt-BR" dirty="0">
              <a:latin typeface="Aptos Display" panose="020F0302020204030204"/>
            </a:rPr>
            <a:t> serviços</a:t>
          </a:r>
          <a:r>
            <a:rPr lang="pt-BR" dirty="0"/>
            <a:t> </a:t>
          </a:r>
          <a:r>
            <a:rPr lang="pt-BR" dirty="0">
              <a:latin typeface="Aptos Display" panose="020F0302020204030204"/>
            </a:rPr>
            <a:t>customizáveis</a:t>
          </a:r>
          <a:r>
            <a:rPr lang="pt-BR" dirty="0"/>
            <a:t> via plano pago</a:t>
          </a:r>
          <a:endParaRPr lang="pt-BR" dirty="0">
            <a:latin typeface="Aptos Display" panose="020F0302020204030204"/>
          </a:endParaRPr>
        </a:p>
      </dgm:t>
    </dgm:pt>
    <dgm:pt modelId="{ACD1D930-7356-445F-BD31-5E8D401BBE23}" type="parTrans" cxnId="{0B15C91F-3AD7-47C9-BE80-8D4C3C54E07A}">
      <dgm:prSet/>
      <dgm:spPr/>
    </dgm:pt>
    <dgm:pt modelId="{C44B3373-33AB-465A-94FD-1A164804AA46}" type="sibTrans" cxnId="{0B15C91F-3AD7-47C9-BE80-8D4C3C54E07A}">
      <dgm:prSet/>
      <dgm:spPr/>
    </dgm:pt>
    <dgm:pt modelId="{AA764B46-3343-4A93-A510-8241535EB7C6}" type="pres">
      <dgm:prSet presAssocID="{F88BF836-C03E-4AB0-B8ED-567D6583F318}" presName="root" presStyleCnt="0">
        <dgm:presLayoutVars>
          <dgm:dir/>
          <dgm:resizeHandles val="exact"/>
        </dgm:presLayoutVars>
      </dgm:prSet>
      <dgm:spPr/>
    </dgm:pt>
    <dgm:pt modelId="{A68A58A8-849E-4D3F-A699-C69670CB2C33}" type="pres">
      <dgm:prSet presAssocID="{32029DDD-DF8F-4B6D-B7EF-7C70A651ECF7}" presName="compNode" presStyleCnt="0"/>
      <dgm:spPr/>
    </dgm:pt>
    <dgm:pt modelId="{ED460A2E-26BE-4D32-A7C5-98FCE9222722}" type="pres">
      <dgm:prSet presAssocID="{32029DDD-DF8F-4B6D-B7EF-7C70A651ECF7}" presName="iconBgRect" presStyleLbl="bgShp" presStyleIdx="0" presStyleCnt="5"/>
      <dgm:spPr>
        <a:solidFill>
          <a:srgbClr val="FAD74C"/>
        </a:solidFill>
      </dgm:spPr>
    </dgm:pt>
    <dgm:pt modelId="{84F38622-6ED9-41F6-BF7F-C57CE958AC6E}" type="pres">
      <dgm:prSet presAssocID="{32029DDD-DF8F-4B6D-B7EF-7C70A651ECF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fone de rádio com preenchimento sólido"/>
        </a:ext>
      </dgm:extLst>
    </dgm:pt>
    <dgm:pt modelId="{2685C095-6E4A-409F-86D3-44985970C870}" type="pres">
      <dgm:prSet presAssocID="{32029DDD-DF8F-4B6D-B7EF-7C70A651ECF7}" presName="spaceRect" presStyleCnt="0"/>
      <dgm:spPr/>
    </dgm:pt>
    <dgm:pt modelId="{6836CBEC-4672-4FEC-8DEC-92F4E2FFF190}" type="pres">
      <dgm:prSet presAssocID="{32029DDD-DF8F-4B6D-B7EF-7C70A651ECF7}" presName="textRect" presStyleLbl="revTx" presStyleIdx="0" presStyleCnt="5">
        <dgm:presLayoutVars>
          <dgm:chMax val="1"/>
          <dgm:chPref val="1"/>
        </dgm:presLayoutVars>
      </dgm:prSet>
      <dgm:spPr/>
    </dgm:pt>
    <dgm:pt modelId="{7538338A-F5E7-4D8E-AAA2-A2B6D33B1292}" type="pres">
      <dgm:prSet presAssocID="{D52C2D19-2828-47B3-9F7B-DD73D2CAFE67}" presName="sibTrans" presStyleCnt="0"/>
      <dgm:spPr/>
    </dgm:pt>
    <dgm:pt modelId="{34C15ED2-156D-43C4-A9B7-D590DD263BF3}" type="pres">
      <dgm:prSet presAssocID="{1912E28F-F987-45A9-829A-A2ABA0632923}" presName="compNode" presStyleCnt="0"/>
      <dgm:spPr/>
    </dgm:pt>
    <dgm:pt modelId="{C3C8E1C1-38F6-4E3D-BAA9-80C7597956B8}" type="pres">
      <dgm:prSet presAssocID="{1912E28F-F987-45A9-829A-A2ABA0632923}" presName="iconBgRect" presStyleLbl="bgShp" presStyleIdx="1" presStyleCnt="5"/>
      <dgm:spPr>
        <a:solidFill>
          <a:srgbClr val="FAD74C"/>
        </a:solidFill>
      </dgm:spPr>
    </dgm:pt>
    <dgm:pt modelId="{6FBBA5D2-CAD2-407D-AD2B-F19443E4688E}" type="pres">
      <dgm:prSet presAssocID="{1912E28F-F987-45A9-829A-A2ABA06329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DFD5AFA4-2868-4E21-A327-322DC74E198A}" type="pres">
      <dgm:prSet presAssocID="{1912E28F-F987-45A9-829A-A2ABA0632923}" presName="spaceRect" presStyleCnt="0"/>
      <dgm:spPr/>
    </dgm:pt>
    <dgm:pt modelId="{AB2D345A-5271-40B0-ACBF-5C6F33A243AF}" type="pres">
      <dgm:prSet presAssocID="{1912E28F-F987-45A9-829A-A2ABA0632923}" presName="textRect" presStyleLbl="revTx" presStyleIdx="1" presStyleCnt="5">
        <dgm:presLayoutVars>
          <dgm:chMax val="1"/>
          <dgm:chPref val="1"/>
        </dgm:presLayoutVars>
      </dgm:prSet>
      <dgm:spPr/>
    </dgm:pt>
    <dgm:pt modelId="{4BA45402-DD7F-4EE9-AFAE-24E8273CD100}" type="pres">
      <dgm:prSet presAssocID="{5838854A-D9E0-40B4-B34F-48DD891B04AF}" presName="sibTrans" presStyleCnt="0"/>
      <dgm:spPr/>
    </dgm:pt>
    <dgm:pt modelId="{C4130202-C921-4439-884F-EEAC33731DED}" type="pres">
      <dgm:prSet presAssocID="{6F91D9C3-0811-4EC0-B1DC-A3F2037491C7}" presName="compNode" presStyleCnt="0"/>
      <dgm:spPr/>
    </dgm:pt>
    <dgm:pt modelId="{838C1FEA-7F24-423F-BF83-882EDBD444A5}" type="pres">
      <dgm:prSet presAssocID="{6F91D9C3-0811-4EC0-B1DC-A3F2037491C7}" presName="iconBgRect" presStyleLbl="bgShp" presStyleIdx="2" presStyleCnt="5"/>
      <dgm:spPr>
        <a:solidFill>
          <a:srgbClr val="FAD74C"/>
        </a:solidFill>
      </dgm:spPr>
    </dgm:pt>
    <dgm:pt modelId="{F9679B59-2C66-4B31-9115-5794A978CE2B}" type="pres">
      <dgm:prSet presAssocID="{6F91D9C3-0811-4EC0-B1DC-A3F2037491C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Óculos"/>
        </a:ext>
      </dgm:extLst>
    </dgm:pt>
    <dgm:pt modelId="{5F0BA3EE-8D2E-40BA-AF90-7033700E5EDE}" type="pres">
      <dgm:prSet presAssocID="{6F91D9C3-0811-4EC0-B1DC-A3F2037491C7}" presName="spaceRect" presStyleCnt="0"/>
      <dgm:spPr/>
    </dgm:pt>
    <dgm:pt modelId="{91AF3688-87F3-473A-B54A-CDF4F8F5491B}" type="pres">
      <dgm:prSet presAssocID="{6F91D9C3-0811-4EC0-B1DC-A3F2037491C7}" presName="textRect" presStyleLbl="revTx" presStyleIdx="2" presStyleCnt="5">
        <dgm:presLayoutVars>
          <dgm:chMax val="1"/>
          <dgm:chPref val="1"/>
        </dgm:presLayoutVars>
      </dgm:prSet>
      <dgm:spPr/>
    </dgm:pt>
    <dgm:pt modelId="{672D4D1B-1E16-4051-AA2A-851B64680DBC}" type="pres">
      <dgm:prSet presAssocID="{0EC30708-F8BE-40B0-B848-1181E82C98F0}" presName="sibTrans" presStyleCnt="0"/>
      <dgm:spPr/>
    </dgm:pt>
    <dgm:pt modelId="{DC5ADEEB-BD92-42C4-B8C8-01DFFD8E19DE}" type="pres">
      <dgm:prSet presAssocID="{34C45F0E-73C3-4AF7-BF03-CCB9420CDC64}" presName="compNode" presStyleCnt="0"/>
      <dgm:spPr/>
    </dgm:pt>
    <dgm:pt modelId="{0675C04A-C593-4BBE-87B3-5344234F9815}" type="pres">
      <dgm:prSet presAssocID="{34C45F0E-73C3-4AF7-BF03-CCB9420CDC64}" presName="iconBgRect" presStyleLbl="bgShp" presStyleIdx="3" presStyleCnt="5"/>
      <dgm:spPr>
        <a:solidFill>
          <a:srgbClr val="FAD74B"/>
        </a:solidFill>
      </dgm:spPr>
    </dgm:pt>
    <dgm:pt modelId="{6FC51D8E-FAEC-4D67-9804-83487C3690C2}" type="pres">
      <dgm:prSet presAssocID="{34C45F0E-73C3-4AF7-BF03-CCB9420CDC64}" presName="iconRect" presStyleLbl="node1" presStyleIdx="3" presStyleCnt="5"/>
      <dgm:spPr>
        <a:solidFill>
          <a:srgbClr val="FAD74B"/>
        </a:solidFill>
      </dgm:spPr>
    </dgm:pt>
    <dgm:pt modelId="{1525095D-FEB7-46D3-BA88-BF95CFE23108}" type="pres">
      <dgm:prSet presAssocID="{34C45F0E-73C3-4AF7-BF03-CCB9420CDC64}" presName="spaceRect" presStyleCnt="0"/>
      <dgm:spPr/>
    </dgm:pt>
    <dgm:pt modelId="{63EC48BF-1437-42CE-A668-F0451124D4CD}" type="pres">
      <dgm:prSet presAssocID="{34C45F0E-73C3-4AF7-BF03-CCB9420CDC64}" presName="textRect" presStyleLbl="revTx" presStyleIdx="3" presStyleCnt="5">
        <dgm:presLayoutVars>
          <dgm:chMax val="1"/>
          <dgm:chPref val="1"/>
        </dgm:presLayoutVars>
      </dgm:prSet>
      <dgm:spPr/>
    </dgm:pt>
    <dgm:pt modelId="{1100D0AE-B2A0-40F6-AF58-284048D5491F}" type="pres">
      <dgm:prSet presAssocID="{AA4835E4-E1D8-422B-91A9-1BAD4E94D5BC}" presName="sibTrans" presStyleCnt="0"/>
      <dgm:spPr/>
    </dgm:pt>
    <dgm:pt modelId="{E22B37ED-504F-4D63-A267-058B473F52C1}" type="pres">
      <dgm:prSet presAssocID="{D3539734-ECA8-45C0-AB7A-3942406BD2E9}" presName="compNode" presStyleCnt="0"/>
      <dgm:spPr/>
    </dgm:pt>
    <dgm:pt modelId="{349EEAE6-3CC6-458B-8C94-2468DC1DEE7F}" type="pres">
      <dgm:prSet presAssocID="{D3539734-ECA8-45C0-AB7A-3942406BD2E9}" presName="iconBgRect" presStyleLbl="bgShp" presStyleIdx="4" presStyleCnt="5"/>
      <dgm:spPr>
        <a:solidFill>
          <a:srgbClr val="FAD74B"/>
        </a:solidFill>
      </dgm:spPr>
    </dgm:pt>
    <dgm:pt modelId="{A0771FB6-FB3D-4FC0-82B5-0AE32DEE43AA}" type="pres">
      <dgm:prSet presAssocID="{D3539734-ECA8-45C0-AB7A-3942406BD2E9}" presName="iconRect" presStyleLbl="node1" presStyleIdx="4" presStyleCnt="5"/>
      <dgm:spPr>
        <a:solidFill>
          <a:srgbClr val="FAD74B"/>
        </a:solidFill>
      </dgm:spPr>
    </dgm:pt>
    <dgm:pt modelId="{ACBE98F3-A86A-4890-B21D-4AF65CEF3DB8}" type="pres">
      <dgm:prSet presAssocID="{D3539734-ECA8-45C0-AB7A-3942406BD2E9}" presName="spaceRect" presStyleCnt="0"/>
      <dgm:spPr/>
    </dgm:pt>
    <dgm:pt modelId="{8C5FBEF0-3ABD-4298-B596-C4AC8E6571C6}" type="pres">
      <dgm:prSet presAssocID="{D3539734-ECA8-45C0-AB7A-3942406BD2E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B004801-8703-4D58-8926-6E0BFBC24B6F}" type="presOf" srcId="{D3539734-ECA8-45C0-AB7A-3942406BD2E9}" destId="{8C5FBEF0-3ABD-4298-B596-C4AC8E6571C6}" srcOrd="0" destOrd="0" presId="urn:microsoft.com/office/officeart/2018/5/layout/IconCircleLabelList"/>
    <dgm:cxn modelId="{988E4017-88E3-4010-8824-E6E1F9B9F04B}" srcId="{F88BF836-C03E-4AB0-B8ED-567D6583F318}" destId="{34C45F0E-73C3-4AF7-BF03-CCB9420CDC64}" srcOrd="3" destOrd="0" parTransId="{EC0ABDB7-1BCF-42FE-9CB9-5C95F5996DE1}" sibTransId="{AA4835E4-E1D8-422B-91A9-1BAD4E94D5BC}"/>
    <dgm:cxn modelId="{1E86B41A-94DB-45DD-BB4C-6A4679AA3634}" srcId="{F88BF836-C03E-4AB0-B8ED-567D6583F318}" destId="{32029DDD-DF8F-4B6D-B7EF-7C70A651ECF7}" srcOrd="0" destOrd="0" parTransId="{6C82B924-9E78-4427-BD44-5792FEA3C5F8}" sibTransId="{D52C2D19-2828-47B3-9F7B-DD73D2CAFE67}"/>
    <dgm:cxn modelId="{0B15C91F-3AD7-47C9-BE80-8D4C3C54E07A}" srcId="{F88BF836-C03E-4AB0-B8ED-567D6583F318}" destId="{D3539734-ECA8-45C0-AB7A-3942406BD2E9}" srcOrd="4" destOrd="0" parTransId="{ACD1D930-7356-445F-BD31-5E8D401BBE23}" sibTransId="{C44B3373-33AB-465A-94FD-1A164804AA46}"/>
    <dgm:cxn modelId="{36E3D122-AB02-4666-882E-97C0DE1CD39F}" type="presOf" srcId="{32029DDD-DF8F-4B6D-B7EF-7C70A651ECF7}" destId="{6836CBEC-4672-4FEC-8DEC-92F4E2FFF190}" srcOrd="0" destOrd="0" presId="urn:microsoft.com/office/officeart/2018/5/layout/IconCircleLabelList"/>
    <dgm:cxn modelId="{3FFA533B-90B9-417E-A375-FA785DD5F45B}" type="presOf" srcId="{1912E28F-F987-45A9-829A-A2ABA0632923}" destId="{AB2D345A-5271-40B0-ACBF-5C6F33A243AF}" srcOrd="0" destOrd="0" presId="urn:microsoft.com/office/officeart/2018/5/layout/IconCircleLabelList"/>
    <dgm:cxn modelId="{808C6A45-4BAD-4698-8334-76D3A0BC1EB4}" srcId="{F88BF836-C03E-4AB0-B8ED-567D6583F318}" destId="{1912E28F-F987-45A9-829A-A2ABA0632923}" srcOrd="1" destOrd="0" parTransId="{30F69C0A-E4B4-4737-831F-F5F319F43E96}" sibTransId="{5838854A-D9E0-40B4-B34F-48DD891B04AF}"/>
    <dgm:cxn modelId="{97D3FA45-7B8D-45F2-93B9-94AE352FF344}" type="presOf" srcId="{34C45F0E-73C3-4AF7-BF03-CCB9420CDC64}" destId="{63EC48BF-1437-42CE-A668-F0451124D4CD}" srcOrd="0" destOrd="0" presId="urn:microsoft.com/office/officeart/2018/5/layout/IconCircleLabelList"/>
    <dgm:cxn modelId="{72E91482-F18F-4FE7-9D84-DBFB8069642A}" type="presOf" srcId="{6F91D9C3-0811-4EC0-B1DC-A3F2037491C7}" destId="{91AF3688-87F3-473A-B54A-CDF4F8F5491B}" srcOrd="0" destOrd="0" presId="urn:microsoft.com/office/officeart/2018/5/layout/IconCircleLabelList"/>
    <dgm:cxn modelId="{73EB96E3-9179-4A10-B258-FA96185DCA6A}" srcId="{F88BF836-C03E-4AB0-B8ED-567D6583F318}" destId="{6F91D9C3-0811-4EC0-B1DC-A3F2037491C7}" srcOrd="2" destOrd="0" parTransId="{B55E0B4C-9FFE-4E9D-A867-565BC3A4C05B}" sibTransId="{0EC30708-F8BE-40B0-B848-1181E82C98F0}"/>
    <dgm:cxn modelId="{64A5D1E4-BD73-41B4-A780-6511B4C6B978}" type="presOf" srcId="{F88BF836-C03E-4AB0-B8ED-567D6583F318}" destId="{AA764B46-3343-4A93-A510-8241535EB7C6}" srcOrd="0" destOrd="0" presId="urn:microsoft.com/office/officeart/2018/5/layout/IconCircleLabelList"/>
    <dgm:cxn modelId="{853C26F9-D2F9-4A33-BC89-E43DEC610759}" type="presParOf" srcId="{AA764B46-3343-4A93-A510-8241535EB7C6}" destId="{A68A58A8-849E-4D3F-A699-C69670CB2C33}" srcOrd="0" destOrd="0" presId="urn:microsoft.com/office/officeart/2018/5/layout/IconCircleLabelList"/>
    <dgm:cxn modelId="{7A046051-9019-4B30-82FE-7A6E186FCE4E}" type="presParOf" srcId="{A68A58A8-849E-4D3F-A699-C69670CB2C33}" destId="{ED460A2E-26BE-4D32-A7C5-98FCE9222722}" srcOrd="0" destOrd="0" presId="urn:microsoft.com/office/officeart/2018/5/layout/IconCircleLabelList"/>
    <dgm:cxn modelId="{3B16DFD5-383B-4E4A-8840-605115B9C9D6}" type="presParOf" srcId="{A68A58A8-849E-4D3F-A699-C69670CB2C33}" destId="{84F38622-6ED9-41F6-BF7F-C57CE958AC6E}" srcOrd="1" destOrd="0" presId="urn:microsoft.com/office/officeart/2018/5/layout/IconCircleLabelList"/>
    <dgm:cxn modelId="{F8D1F233-988B-4848-8359-A87DC1733A43}" type="presParOf" srcId="{A68A58A8-849E-4D3F-A699-C69670CB2C33}" destId="{2685C095-6E4A-409F-86D3-44985970C870}" srcOrd="2" destOrd="0" presId="urn:microsoft.com/office/officeart/2018/5/layout/IconCircleLabelList"/>
    <dgm:cxn modelId="{2A7B32A4-AD32-4FCC-8C4D-C01666C69C1A}" type="presParOf" srcId="{A68A58A8-849E-4D3F-A699-C69670CB2C33}" destId="{6836CBEC-4672-4FEC-8DEC-92F4E2FFF190}" srcOrd="3" destOrd="0" presId="urn:microsoft.com/office/officeart/2018/5/layout/IconCircleLabelList"/>
    <dgm:cxn modelId="{3947AD22-F39A-4704-8360-CC20E1BEBD29}" type="presParOf" srcId="{AA764B46-3343-4A93-A510-8241535EB7C6}" destId="{7538338A-F5E7-4D8E-AAA2-A2B6D33B1292}" srcOrd="1" destOrd="0" presId="urn:microsoft.com/office/officeart/2018/5/layout/IconCircleLabelList"/>
    <dgm:cxn modelId="{7BC86568-D2E6-4F76-9591-54D79C782522}" type="presParOf" srcId="{AA764B46-3343-4A93-A510-8241535EB7C6}" destId="{34C15ED2-156D-43C4-A9B7-D590DD263BF3}" srcOrd="2" destOrd="0" presId="urn:microsoft.com/office/officeart/2018/5/layout/IconCircleLabelList"/>
    <dgm:cxn modelId="{5A8B79F4-0F44-4817-928C-610AB2BE0E69}" type="presParOf" srcId="{34C15ED2-156D-43C4-A9B7-D590DD263BF3}" destId="{C3C8E1C1-38F6-4E3D-BAA9-80C7597956B8}" srcOrd="0" destOrd="0" presId="urn:microsoft.com/office/officeart/2018/5/layout/IconCircleLabelList"/>
    <dgm:cxn modelId="{21159179-61C3-4DF2-9D8D-B09CC2A29975}" type="presParOf" srcId="{34C15ED2-156D-43C4-A9B7-D590DD263BF3}" destId="{6FBBA5D2-CAD2-407D-AD2B-F19443E4688E}" srcOrd="1" destOrd="0" presId="urn:microsoft.com/office/officeart/2018/5/layout/IconCircleLabelList"/>
    <dgm:cxn modelId="{355CA928-A012-4C55-87EF-392AE182D2FD}" type="presParOf" srcId="{34C15ED2-156D-43C4-A9B7-D590DD263BF3}" destId="{DFD5AFA4-2868-4E21-A327-322DC74E198A}" srcOrd="2" destOrd="0" presId="urn:microsoft.com/office/officeart/2018/5/layout/IconCircleLabelList"/>
    <dgm:cxn modelId="{782C2E9D-3D34-4BA7-A429-0B189C3963F5}" type="presParOf" srcId="{34C15ED2-156D-43C4-A9B7-D590DD263BF3}" destId="{AB2D345A-5271-40B0-ACBF-5C6F33A243AF}" srcOrd="3" destOrd="0" presId="urn:microsoft.com/office/officeart/2018/5/layout/IconCircleLabelList"/>
    <dgm:cxn modelId="{AE33DA5C-7287-44D0-9FA0-38B9591227D1}" type="presParOf" srcId="{AA764B46-3343-4A93-A510-8241535EB7C6}" destId="{4BA45402-DD7F-4EE9-AFAE-24E8273CD100}" srcOrd="3" destOrd="0" presId="urn:microsoft.com/office/officeart/2018/5/layout/IconCircleLabelList"/>
    <dgm:cxn modelId="{246A2C2E-E96E-4563-89B4-5F5EA44A3870}" type="presParOf" srcId="{AA764B46-3343-4A93-A510-8241535EB7C6}" destId="{C4130202-C921-4439-884F-EEAC33731DED}" srcOrd="4" destOrd="0" presId="urn:microsoft.com/office/officeart/2018/5/layout/IconCircleLabelList"/>
    <dgm:cxn modelId="{E37BEA69-355D-4166-9933-0E741169704A}" type="presParOf" srcId="{C4130202-C921-4439-884F-EEAC33731DED}" destId="{838C1FEA-7F24-423F-BF83-882EDBD444A5}" srcOrd="0" destOrd="0" presId="urn:microsoft.com/office/officeart/2018/5/layout/IconCircleLabelList"/>
    <dgm:cxn modelId="{3284605A-C34E-468B-AC38-249DF486B1D7}" type="presParOf" srcId="{C4130202-C921-4439-884F-EEAC33731DED}" destId="{F9679B59-2C66-4B31-9115-5794A978CE2B}" srcOrd="1" destOrd="0" presId="urn:microsoft.com/office/officeart/2018/5/layout/IconCircleLabelList"/>
    <dgm:cxn modelId="{23342FC2-B108-4891-B19E-B3F3A44F9BCF}" type="presParOf" srcId="{C4130202-C921-4439-884F-EEAC33731DED}" destId="{5F0BA3EE-8D2E-40BA-AF90-7033700E5EDE}" srcOrd="2" destOrd="0" presId="urn:microsoft.com/office/officeart/2018/5/layout/IconCircleLabelList"/>
    <dgm:cxn modelId="{01219623-40B0-4791-B8D7-84AC76247A2F}" type="presParOf" srcId="{C4130202-C921-4439-884F-EEAC33731DED}" destId="{91AF3688-87F3-473A-B54A-CDF4F8F5491B}" srcOrd="3" destOrd="0" presId="urn:microsoft.com/office/officeart/2018/5/layout/IconCircleLabelList"/>
    <dgm:cxn modelId="{705FE153-B8F2-41EA-8A3D-F2956B4E8DF2}" type="presParOf" srcId="{AA764B46-3343-4A93-A510-8241535EB7C6}" destId="{672D4D1B-1E16-4051-AA2A-851B64680DBC}" srcOrd="5" destOrd="0" presId="urn:microsoft.com/office/officeart/2018/5/layout/IconCircleLabelList"/>
    <dgm:cxn modelId="{76171E90-2196-4A7C-9240-CC1607AD95AC}" type="presParOf" srcId="{AA764B46-3343-4A93-A510-8241535EB7C6}" destId="{DC5ADEEB-BD92-42C4-B8C8-01DFFD8E19DE}" srcOrd="6" destOrd="0" presId="urn:microsoft.com/office/officeart/2018/5/layout/IconCircleLabelList"/>
    <dgm:cxn modelId="{A60CF6E7-AB8B-4E94-9BD6-ED9289A4ACD1}" type="presParOf" srcId="{DC5ADEEB-BD92-42C4-B8C8-01DFFD8E19DE}" destId="{0675C04A-C593-4BBE-87B3-5344234F9815}" srcOrd="0" destOrd="0" presId="urn:microsoft.com/office/officeart/2018/5/layout/IconCircleLabelList"/>
    <dgm:cxn modelId="{99CB1280-0E09-4442-AC75-82657268083A}" type="presParOf" srcId="{DC5ADEEB-BD92-42C4-B8C8-01DFFD8E19DE}" destId="{6FC51D8E-FAEC-4D67-9804-83487C3690C2}" srcOrd="1" destOrd="0" presId="urn:microsoft.com/office/officeart/2018/5/layout/IconCircleLabelList"/>
    <dgm:cxn modelId="{3B238707-07A9-44E8-BD03-D240F9BF0F9B}" type="presParOf" srcId="{DC5ADEEB-BD92-42C4-B8C8-01DFFD8E19DE}" destId="{1525095D-FEB7-46D3-BA88-BF95CFE23108}" srcOrd="2" destOrd="0" presId="urn:microsoft.com/office/officeart/2018/5/layout/IconCircleLabelList"/>
    <dgm:cxn modelId="{2D78C819-C8A4-41AF-BBBC-9D359EE668F5}" type="presParOf" srcId="{DC5ADEEB-BD92-42C4-B8C8-01DFFD8E19DE}" destId="{63EC48BF-1437-42CE-A668-F0451124D4CD}" srcOrd="3" destOrd="0" presId="urn:microsoft.com/office/officeart/2018/5/layout/IconCircleLabelList"/>
    <dgm:cxn modelId="{BC320C24-21A0-4FA2-9A38-2AB72B61C036}" type="presParOf" srcId="{AA764B46-3343-4A93-A510-8241535EB7C6}" destId="{1100D0AE-B2A0-40F6-AF58-284048D5491F}" srcOrd="7" destOrd="0" presId="urn:microsoft.com/office/officeart/2018/5/layout/IconCircleLabelList"/>
    <dgm:cxn modelId="{127DE5E1-CDFA-4B62-9E31-C54AE2A3EBAC}" type="presParOf" srcId="{AA764B46-3343-4A93-A510-8241535EB7C6}" destId="{E22B37ED-504F-4D63-A267-058B473F52C1}" srcOrd="8" destOrd="0" presId="urn:microsoft.com/office/officeart/2018/5/layout/IconCircleLabelList"/>
    <dgm:cxn modelId="{1102EACA-9209-4F82-A8C6-EA94FFF63906}" type="presParOf" srcId="{E22B37ED-504F-4D63-A267-058B473F52C1}" destId="{349EEAE6-3CC6-458B-8C94-2468DC1DEE7F}" srcOrd="0" destOrd="0" presId="urn:microsoft.com/office/officeart/2018/5/layout/IconCircleLabelList"/>
    <dgm:cxn modelId="{85BF107A-F811-4858-8FCE-7C74D376E8FF}" type="presParOf" srcId="{E22B37ED-504F-4D63-A267-058B473F52C1}" destId="{A0771FB6-FB3D-4FC0-82B5-0AE32DEE43AA}" srcOrd="1" destOrd="0" presId="urn:microsoft.com/office/officeart/2018/5/layout/IconCircleLabelList"/>
    <dgm:cxn modelId="{0AA99E4D-840F-4972-A5E8-08587E5456F5}" type="presParOf" srcId="{E22B37ED-504F-4D63-A267-058B473F52C1}" destId="{ACBE98F3-A86A-4890-B21D-4AF65CEF3DB8}" srcOrd="2" destOrd="0" presId="urn:microsoft.com/office/officeart/2018/5/layout/IconCircleLabelList"/>
    <dgm:cxn modelId="{C675FC1D-72ED-435B-B870-BAE24E808388}" type="presParOf" srcId="{E22B37ED-504F-4D63-A267-058B473F52C1}" destId="{8C5FBEF0-3ABD-4298-B596-C4AC8E6571C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460A2E-26BE-4D32-A7C5-98FCE9222722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rgbClr val="FAD74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F38622-6ED9-41F6-BF7F-C57CE958AC6E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36CBEC-4672-4FEC-8DEC-92F4E2FFF190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Suporte para </a:t>
          </a:r>
          <a:r>
            <a:rPr lang="pt-BR" sz="1300" kern="1200" dirty="0">
              <a:latin typeface="Aptos Display" panose="020F0302020204030204"/>
            </a:rPr>
            <a:t>mais</a:t>
          </a:r>
          <a:r>
            <a:rPr lang="pt-BR" sz="1300" kern="1200" dirty="0"/>
            <a:t> idiomas</a:t>
          </a:r>
          <a:endParaRPr lang="en-US" sz="1300" kern="1200" dirty="0"/>
        </a:p>
      </dsp:txBody>
      <dsp:txXfrm>
        <a:off x="127800" y="2535669"/>
        <a:ext cx="1800000" cy="720000"/>
      </dsp:txXfrm>
    </dsp:sp>
    <dsp:sp modelId="{C3C8E1C1-38F6-4E3D-BAA9-80C7597956B8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rgbClr val="FAD74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BBA5D2-CAD2-407D-AD2B-F19443E4688E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2D345A-5271-40B0-ACBF-5C6F33A243AF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Personalização de tipos de alerta</a:t>
          </a:r>
          <a:endParaRPr lang="en-US" sz="1300" kern="1200" dirty="0"/>
        </a:p>
      </dsp:txBody>
      <dsp:txXfrm>
        <a:off x="2242800" y="2535669"/>
        <a:ext cx="1800000" cy="720000"/>
      </dsp:txXfrm>
    </dsp:sp>
    <dsp:sp modelId="{838C1FEA-7F24-423F-BF83-882EDBD444A5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rgbClr val="FAD74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679B59-2C66-4B31-9115-5794A978CE2B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AF3688-87F3-473A-B54A-CDF4F8F5491B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Integração com </a:t>
          </a:r>
          <a:r>
            <a:rPr lang="pt-BR" sz="1300" kern="1200" dirty="0" err="1"/>
            <a:t>Wearables</a:t>
          </a:r>
          <a:r>
            <a:rPr lang="pt-BR" sz="1300" kern="1200" dirty="0"/>
            <a:t>(óculos com câmera)</a:t>
          </a:r>
          <a:endParaRPr lang="en-US" sz="1300" kern="1200" dirty="0"/>
        </a:p>
      </dsp:txBody>
      <dsp:txXfrm>
        <a:off x="4357800" y="2535669"/>
        <a:ext cx="1800000" cy="720000"/>
      </dsp:txXfrm>
    </dsp:sp>
    <dsp:sp modelId="{0675C04A-C593-4BBE-87B3-5344234F9815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rgbClr val="FAD74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C51D8E-FAEC-4D67-9804-83487C3690C2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solidFill>
          <a:srgbClr val="FAD74B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EC48BF-1437-42CE-A668-F0451124D4CD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Transferência de processamento para </a:t>
          </a:r>
          <a:r>
            <a:rPr lang="pt-BR" sz="1300" kern="1200" dirty="0">
              <a:latin typeface="Aptos Display" panose="020F0302020204030204"/>
            </a:rPr>
            <a:t>cloud computing</a:t>
          </a:r>
        </a:p>
      </dsp:txBody>
      <dsp:txXfrm>
        <a:off x="6472800" y="2535669"/>
        <a:ext cx="1800000" cy="720000"/>
      </dsp:txXfrm>
    </dsp:sp>
    <dsp:sp modelId="{349EEAE6-3CC6-458B-8C94-2468DC1DEE7F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rgbClr val="FAD74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0771FB6-FB3D-4FC0-82B5-0AE32DEE43AA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solidFill>
          <a:srgbClr val="FAD74B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5FBEF0-3ABD-4298-B596-C4AC8E6571C6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Ativação de</a:t>
          </a:r>
          <a:r>
            <a:rPr lang="pt-BR" sz="1300" kern="1200" dirty="0">
              <a:latin typeface="Aptos Display" panose="020F0302020204030204"/>
            </a:rPr>
            <a:t> serviços</a:t>
          </a:r>
          <a:r>
            <a:rPr lang="pt-BR" sz="1300" kern="1200" dirty="0"/>
            <a:t> </a:t>
          </a:r>
          <a:r>
            <a:rPr lang="pt-BR" sz="1300" kern="1200" dirty="0">
              <a:latin typeface="Aptos Display" panose="020F0302020204030204"/>
            </a:rPr>
            <a:t>customizáveis</a:t>
          </a:r>
          <a:r>
            <a:rPr lang="pt-BR" sz="1300" kern="1200" dirty="0"/>
            <a:t> via plano pago</a:t>
          </a:r>
          <a:endParaRPr lang="pt-BR" sz="1300" kern="1200" dirty="0">
            <a:latin typeface="Aptos Display" panose="020F0302020204030204"/>
          </a:endParaRPr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31.07.2025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20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lor">
            <a:extLst>
              <a:ext uri="{FF2B5EF4-FFF2-40B4-BE49-F238E27FC236}">
                <a16:creationId xmlns:a16="http://schemas.microsoft.com/office/drawing/2014/main" id="{86D4FF5D-6473-4BE3-A6EC-40CE25027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929"/>
            <a:ext cx="12188952" cy="3490956"/>
          </a:xfrm>
          <a:prstGeom prst="rect">
            <a:avLst/>
          </a:prstGeom>
          <a:solidFill>
            <a:srgbClr val="FAD74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  </a:t>
            </a:r>
            <a:r>
              <a:rPr lang="en-US"/>
              <a:t> </a:t>
            </a:r>
            <a:endParaRPr lang="en-US" dirty="0"/>
          </a:p>
        </p:txBody>
      </p:sp>
      <p:grpSp>
        <p:nvGrpSpPr>
          <p:cNvPr id="26" name="Group 14">
            <a:extLst>
              <a:ext uri="{FF2B5EF4-FFF2-40B4-BE49-F238E27FC236}">
                <a16:creationId xmlns:a16="http://schemas.microsoft.com/office/drawing/2014/main" id="{65EABBED-2B80-4B13-A7A8-1D34C4A0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3A7A746-A7C1-443C-9B24-406D22245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D71425D-6031-4121-BA40-815DACCD0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7A43343-A25B-49D5-9967-D5647ADF7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066E434-22B6-48A1-BC19-A80163E81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70CE2-E5F8-489C-84E9-775AE8D3E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2435DD6-F0FB-492A-9267-CE09EC2C5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17117C-64EA-4B8B-9DDC-D10E947C4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5633531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de-DE" sz="4800">
                <a:solidFill>
                  <a:schemeClr val="bg1"/>
                </a:solidFill>
                <a:latin typeface="Arial"/>
                <a:cs typeface="Arial"/>
              </a:rPr>
              <a:t>HorusEye</a:t>
            </a:r>
            <a:endParaRPr lang="pt-BR" sz="4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5631417" cy="24872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sz="2000">
                <a:solidFill>
                  <a:schemeClr val="tx2"/>
                </a:solidFill>
                <a:latin typeface="Arial"/>
                <a:cs typeface="Arial"/>
              </a:rPr>
              <a:t>Participantes:</a:t>
            </a:r>
          </a:p>
          <a:p>
            <a:pPr algn="l"/>
            <a:r>
              <a:rPr lang="de-DE" sz="2000">
                <a:solidFill>
                  <a:schemeClr val="tx2"/>
                </a:solidFill>
                <a:latin typeface="Arial"/>
                <a:cs typeface="Arial"/>
              </a:rPr>
              <a:t>Enzo Luiz Rodrigues Silva</a:t>
            </a:r>
          </a:p>
          <a:p>
            <a:pPr algn="l"/>
            <a:r>
              <a:rPr lang="de-DE" sz="2000">
                <a:solidFill>
                  <a:schemeClr val="tx2"/>
                </a:solidFill>
                <a:latin typeface="Arial"/>
                <a:cs typeface="Arial"/>
              </a:rPr>
              <a:t>Felipe Akio Nishimura</a:t>
            </a:r>
          </a:p>
          <a:p>
            <a:pPr algn="l"/>
            <a:r>
              <a:rPr lang="de-DE" sz="2000">
                <a:solidFill>
                  <a:schemeClr val="tx2"/>
                </a:solidFill>
                <a:latin typeface="Arial"/>
                <a:cs typeface="Arial"/>
              </a:rPr>
              <a:t>Gabriel Rozendo Pontes</a:t>
            </a:r>
            <a:endParaRPr lang="de-DE" sz="2000">
              <a:solidFill>
                <a:schemeClr val="tx2"/>
              </a:solidFill>
              <a:latin typeface="Arial"/>
              <a:ea typeface="+mn-lt"/>
              <a:cs typeface="Arial"/>
            </a:endParaRPr>
          </a:p>
          <a:p>
            <a:pPr algn="l"/>
            <a:r>
              <a:rPr lang="de-DE" sz="2000">
                <a:solidFill>
                  <a:schemeClr val="tx2"/>
                </a:solidFill>
                <a:latin typeface="Arial"/>
                <a:cs typeface="Arial"/>
              </a:rPr>
              <a:t>José Vitor Vernize Martos</a:t>
            </a:r>
          </a:p>
          <a:p>
            <a:pPr algn="l"/>
            <a:r>
              <a:rPr lang="de-DE" sz="2000">
                <a:solidFill>
                  <a:schemeClr val="tx2"/>
                </a:solidFill>
                <a:latin typeface="Arial"/>
                <a:cs typeface="Arial"/>
              </a:rPr>
              <a:t>Leonardo Yukio Kimura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ADA606B-31D7-5917-8CDA-DCD3A71064F3}"/>
              </a:ext>
            </a:extLst>
          </p:cNvPr>
          <p:cNvSpPr/>
          <p:nvPr/>
        </p:nvSpPr>
        <p:spPr>
          <a:xfrm>
            <a:off x="6803597" y="1074184"/>
            <a:ext cx="4729617" cy="472465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DDCDDB85-D30B-5536-AACC-CC4090400F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9"/>
          <a:stretch>
            <a:fillRect/>
          </a:stretch>
        </p:blipFill>
        <p:spPr>
          <a:xfrm>
            <a:off x="6803647" y="1065276"/>
            <a:ext cx="4730214" cy="47274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EE1347-19F6-1933-36F0-DEB67E73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pt-BR" sz="3600">
                <a:solidFill>
                  <a:schemeClr val="tx2"/>
                </a:solidFill>
              </a:rPr>
              <a:t>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8C865-2A36-4F1C-3308-829435195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solidFill>
                  <a:schemeClr val="tx2"/>
                </a:solidFill>
              </a:rPr>
              <a:t>Pessoas com deficiência visual enfrentam grandes desafios para identificar objetos ao seu redor em tempo real 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/>
                </a:solidFill>
                <a:ea typeface="+mn-lt"/>
                <a:cs typeface="+mn-lt"/>
              </a:rPr>
              <a:t>  </a:t>
            </a:r>
            <a:r>
              <a:rPr lang="pt-BR" sz="1800" b="1" dirty="0">
                <a:solidFill>
                  <a:schemeClr val="tx2"/>
                </a:solidFill>
                <a:ea typeface="+mn-lt"/>
                <a:cs typeface="+mn-lt"/>
              </a:rPr>
              <a:t>-</a:t>
            </a:r>
            <a:r>
              <a:rPr lang="pt-BR" sz="1800" dirty="0">
                <a:solidFill>
                  <a:schemeClr val="tx2"/>
                </a:solidFill>
                <a:ea typeface="+mn-lt"/>
                <a:cs typeface="+mn-lt"/>
              </a:rPr>
              <a:t>  Falta de autonomia</a:t>
            </a:r>
          </a:p>
          <a:p>
            <a:pPr marL="0" indent="0">
              <a:buNone/>
            </a:pPr>
            <a:r>
              <a:rPr lang="pt-BR" sz="1800">
                <a:solidFill>
                  <a:schemeClr val="tx2"/>
                </a:solidFill>
              </a:rPr>
              <a:t>  </a:t>
            </a:r>
            <a:r>
              <a:rPr lang="pt-BR" sz="1800" b="1">
                <a:solidFill>
                  <a:schemeClr val="tx2"/>
                </a:solidFill>
              </a:rPr>
              <a:t>- </a:t>
            </a:r>
            <a:r>
              <a:rPr lang="pt-BR" sz="1800">
                <a:solidFill>
                  <a:schemeClr val="tx2"/>
                </a:solidFill>
              </a:rPr>
              <a:t> Pouca segurança</a:t>
            </a:r>
          </a:p>
          <a:p>
            <a:endParaRPr lang="pt-BR" sz="18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8F03504A-1439-F7F7-3AF0-5BD9521A6F10}"/>
              </a:ext>
            </a:extLst>
          </p:cNvPr>
          <p:cNvSpPr/>
          <p:nvPr/>
        </p:nvSpPr>
        <p:spPr>
          <a:xfrm>
            <a:off x="7688748" y="1820790"/>
            <a:ext cx="4160041" cy="41473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A0CBB16D-46CD-798F-3D44-B5D285B3D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635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951118-2874-5E88-A59E-FBCEE251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pt-BR"/>
              <a:t>Solu</a:t>
            </a:r>
            <a:r>
              <a:rPr lang="pt-BR">
                <a:latin typeface="Aptos"/>
              </a:rPr>
              <a:t>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B2E65-3934-2828-5CC1-C8E1F200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881018" cy="35535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000" dirty="0"/>
              <a:t>Um aplicativo mobile que usa a câmera do celular para identificar objetos em tempo real e descrevê-los em voz alta, ajudando pessoas cegas a </a:t>
            </a:r>
            <a:r>
              <a:rPr lang="pt-BR" sz="2000" dirty="0">
                <a:solidFill>
                  <a:srgbClr val="000000"/>
                </a:solidFill>
                <a:latin typeface="Aptos"/>
                <a:cs typeface="Arial"/>
              </a:rPr>
              <a:t>compreender </a:t>
            </a:r>
            <a:r>
              <a:rPr lang="pt-BR" sz="2000" dirty="0"/>
              <a:t>o ambiente por meio da audição</a:t>
            </a:r>
            <a:endParaRPr lang="pt-BR"/>
          </a:p>
        </p:txBody>
      </p:sp>
      <p:pic>
        <p:nvPicPr>
          <p:cNvPr id="8" name="Gráfico 7" descr="Uma lâmpada">
            <a:extLst>
              <a:ext uri="{FF2B5EF4-FFF2-40B4-BE49-F238E27FC236}">
                <a16:creationId xmlns:a16="http://schemas.microsoft.com/office/drawing/2014/main" id="{FBA376B3-5861-5470-6031-7107B2202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1869" y="643468"/>
            <a:ext cx="2545005" cy="2545005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9D11C756-A433-84FD-4FBB-4CE971239303}"/>
              </a:ext>
            </a:extLst>
          </p:cNvPr>
          <p:cNvSpPr/>
          <p:nvPr/>
        </p:nvSpPr>
        <p:spPr>
          <a:xfrm>
            <a:off x="8327596" y="3113881"/>
            <a:ext cx="2597557" cy="256950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C2D7B872-65DD-EDA0-9FB4-7DB8AEE93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617" y="3108702"/>
            <a:ext cx="2585510" cy="25855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359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73D19-993B-F358-0EFF-C637E670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7129" cy="1346842"/>
          </a:xfrm>
        </p:spPr>
        <p:txBody>
          <a:bodyPr/>
          <a:lstStyle/>
          <a:p>
            <a:pPr algn="ctr"/>
            <a:r>
              <a:rPr lang="pt-BR" dirty="0"/>
              <a:t>Telas do Aplicativo</a:t>
            </a:r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CE2F443-D0B0-EF5B-543A-5CE25FC36CCC}"/>
              </a:ext>
            </a:extLst>
          </p:cNvPr>
          <p:cNvSpPr/>
          <p:nvPr/>
        </p:nvSpPr>
        <p:spPr>
          <a:xfrm>
            <a:off x="10442739" y="596970"/>
            <a:ext cx="899068" cy="8761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88B2777C-F353-8E00-9F35-336166FFC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095" y="594725"/>
            <a:ext cx="898289" cy="876518"/>
          </a:xfrm>
          <a:prstGeom prst="rect">
            <a:avLst/>
          </a:prstGeom>
          <a:ln>
            <a:noFill/>
          </a:ln>
        </p:spPr>
      </p:pic>
      <p:pic>
        <p:nvPicPr>
          <p:cNvPr id="3" name="Imagem 2" descr="Círculo&#10;&#10;O conteúdo gerado por IA pode estar incorreto.">
            <a:extLst>
              <a:ext uri="{FF2B5EF4-FFF2-40B4-BE49-F238E27FC236}">
                <a16:creationId xmlns:a16="http://schemas.microsoft.com/office/drawing/2014/main" id="{C87C2E0E-13C2-5149-2D2D-E2BC5A0E9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4" t="-69" r="-3000" b="69"/>
          <a:stretch>
            <a:fillRect/>
          </a:stretch>
        </p:blipFill>
        <p:spPr>
          <a:xfrm>
            <a:off x="1680702" y="1714499"/>
            <a:ext cx="2354347" cy="4105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B3BC396-86F2-84BE-B6F9-434FD633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524" y="1723030"/>
            <a:ext cx="2308951" cy="4105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A0F4E017-AD69-216A-5D3A-2F29AB004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748" y="1717343"/>
            <a:ext cx="2297579" cy="41113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173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189E-7AA8-AF1C-754C-BE462C84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05C3C-8189-D0D4-2F96-6B99DE79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7129" cy="1346842"/>
          </a:xfrm>
        </p:spPr>
        <p:txBody>
          <a:bodyPr/>
          <a:lstStyle/>
          <a:p>
            <a:pPr algn="ctr"/>
            <a:r>
              <a:rPr lang="pt-BR" dirty="0"/>
              <a:t>Telas do Aplicativo</a:t>
            </a:r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2AC2F1C-C22A-7F6A-9F6D-02981477ED95}"/>
              </a:ext>
            </a:extLst>
          </p:cNvPr>
          <p:cNvSpPr/>
          <p:nvPr/>
        </p:nvSpPr>
        <p:spPr>
          <a:xfrm>
            <a:off x="10442739" y="596970"/>
            <a:ext cx="899068" cy="8761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F742E0C3-4942-5AB9-6A2A-24CFA04B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095" y="594725"/>
            <a:ext cx="898289" cy="876518"/>
          </a:xfrm>
          <a:prstGeom prst="rect">
            <a:avLst/>
          </a:prstGeom>
          <a:ln>
            <a:noFill/>
          </a:ln>
        </p:spPr>
      </p:pic>
      <p:pic>
        <p:nvPicPr>
          <p:cNvPr id="6" name="Imagem 5" descr="Uma imagem contendo no interior, homem, mesa, em pé&#10;&#10;O conteúdo gerado por IA pode estar incorreto.">
            <a:extLst>
              <a:ext uri="{FF2B5EF4-FFF2-40B4-BE49-F238E27FC236}">
                <a16:creationId xmlns:a16="http://schemas.microsoft.com/office/drawing/2014/main" id="{F1698B32-0B15-6C35-D315-C9C973D31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9" y="1717344"/>
            <a:ext cx="2326010" cy="41057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 descr="Uma imagem contendo ao ar livre, homem, frente, placa&#10;&#10;O conteúdo gerado por IA pode estar incorreto.">
            <a:extLst>
              <a:ext uri="{FF2B5EF4-FFF2-40B4-BE49-F238E27FC236}">
                <a16:creationId xmlns:a16="http://schemas.microsoft.com/office/drawing/2014/main" id="{ACECF907-7893-753E-0409-96A277EC1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568" y="1717343"/>
            <a:ext cx="2320325" cy="41057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AAA3CE9-2ECA-F5DF-33F7-B68BB805A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763" y="1705969"/>
            <a:ext cx="2320325" cy="41113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m 12" descr="Uma imagem contendo ao ar livre, pequeno, homem, voando&#10;&#10;O conteúdo gerado por IA pode estar incorreto.">
            <a:extLst>
              <a:ext uri="{FF2B5EF4-FFF2-40B4-BE49-F238E27FC236}">
                <a16:creationId xmlns:a16="http://schemas.microsoft.com/office/drawing/2014/main" id="{C2F1C10B-8833-4668-48A0-04341DB897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0778" y="1717342"/>
            <a:ext cx="2320324" cy="4105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540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5146B-2A52-F219-69DC-B82D139D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7535" cy="1344002"/>
          </a:xfrm>
        </p:spPr>
        <p:txBody>
          <a:bodyPr/>
          <a:lstStyle/>
          <a:p>
            <a:pPr algn="ctr"/>
            <a:r>
              <a:rPr lang="pt-BR" dirty="0"/>
              <a:t>Próximos passos</a:t>
            </a:r>
            <a:endParaRPr lang="pt-BR"/>
          </a:p>
        </p:txBody>
      </p:sp>
      <p:graphicFrame>
        <p:nvGraphicFramePr>
          <p:cNvPr id="8" name="Espaço Reservado para Conteúdo 2">
            <a:extLst>
              <a:ext uri="{FF2B5EF4-FFF2-40B4-BE49-F238E27FC236}">
                <a16:creationId xmlns:a16="http://schemas.microsoft.com/office/drawing/2014/main" id="{5F3346B0-1E47-7E14-BED9-6FF75732D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1240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43" name="Elipse 2642">
            <a:extLst>
              <a:ext uri="{FF2B5EF4-FFF2-40B4-BE49-F238E27FC236}">
                <a16:creationId xmlns:a16="http://schemas.microsoft.com/office/drawing/2014/main" id="{13BF95CF-9A4C-0DE1-C10D-6AA06A844C49}"/>
              </a:ext>
            </a:extLst>
          </p:cNvPr>
          <p:cNvSpPr/>
          <p:nvPr/>
        </p:nvSpPr>
        <p:spPr>
          <a:xfrm>
            <a:off x="10442739" y="596970"/>
            <a:ext cx="899068" cy="8761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45" name="Imagem 2644" descr="Ícone&#10;&#10;O conteúdo gerado por IA pode estar incorreto.">
            <a:extLst>
              <a:ext uri="{FF2B5EF4-FFF2-40B4-BE49-F238E27FC236}">
                <a16:creationId xmlns:a16="http://schemas.microsoft.com/office/drawing/2014/main" id="{54B0FED8-9B2D-7683-CDCE-15E2B1127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4095" y="594725"/>
            <a:ext cx="898289" cy="876518"/>
          </a:xfrm>
          <a:prstGeom prst="rect">
            <a:avLst/>
          </a:prstGeom>
          <a:ln>
            <a:noFill/>
          </a:ln>
        </p:spPr>
      </p:pic>
      <p:pic>
        <p:nvPicPr>
          <p:cNvPr id="3017" name="Gráfico 3016" descr="Computação em Nuvem estrutura de tópicos">
            <a:extLst>
              <a:ext uri="{FF2B5EF4-FFF2-40B4-BE49-F238E27FC236}">
                <a16:creationId xmlns:a16="http://schemas.microsoft.com/office/drawing/2014/main" id="{EEFD2929-54BC-2DDA-27BF-62D299E613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76949" y="2971800"/>
            <a:ext cx="914400" cy="914400"/>
          </a:xfrm>
          <a:prstGeom prst="rect">
            <a:avLst/>
          </a:prstGeom>
        </p:spPr>
      </p:pic>
      <p:pic>
        <p:nvPicPr>
          <p:cNvPr id="3449" name="Gráfico 3448" descr="Moedas estrutura de tópicos">
            <a:extLst>
              <a:ext uri="{FF2B5EF4-FFF2-40B4-BE49-F238E27FC236}">
                <a16:creationId xmlns:a16="http://schemas.microsoft.com/office/drawing/2014/main" id="{7152001B-0711-8629-99DA-38C05F2511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7844" y="3074158"/>
            <a:ext cx="812042" cy="81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8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385F3-38F5-B672-B458-DF5CCF9D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8707"/>
            <a:ext cx="10515600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Tecnologias </a:t>
            </a:r>
            <a:r>
              <a:rPr lang="en-US" dirty="0" err="1">
                <a:solidFill>
                  <a:srgbClr val="000000"/>
                </a:solidFill>
                <a:ea typeface="+mj-lt"/>
                <a:cs typeface="+mj-lt"/>
              </a:rPr>
              <a:t>Utilizadas</a:t>
            </a:r>
            <a:endParaRPr lang="pt-BR" dirty="0" err="1">
              <a:solidFill>
                <a:srgbClr val="000000"/>
              </a:solidFill>
              <a:ea typeface="+mj-lt"/>
              <a:cs typeface="+mj-lt"/>
            </a:endParaRPr>
          </a:p>
          <a:p>
            <a:pPr algn="ctr"/>
            <a:endParaRPr lang="pt-BR" dirty="0"/>
          </a:p>
        </p:txBody>
      </p:sp>
      <p:pic>
        <p:nvPicPr>
          <p:cNvPr id="5" name="Imagem 4" descr="Ficheiro:Google Gemini logo.svg – Wikipédia, a enciclopédia livre">
            <a:extLst>
              <a:ext uri="{FF2B5EF4-FFF2-40B4-BE49-F238E27FC236}">
                <a16:creationId xmlns:a16="http://schemas.microsoft.com/office/drawing/2014/main" id="{3778C356-7DFB-289F-8D11-5D27B1118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08" y="1792377"/>
            <a:ext cx="2004652" cy="742074"/>
          </a:xfrm>
          <a:prstGeom prst="rect">
            <a:avLst/>
          </a:prstGeom>
        </p:spPr>
      </p:pic>
      <p:pic>
        <p:nvPicPr>
          <p:cNvPr id="7" name="Imagem 6" descr="Cloudant - Revision #5 - Database of Databases">
            <a:extLst>
              <a:ext uri="{FF2B5EF4-FFF2-40B4-BE49-F238E27FC236}">
                <a16:creationId xmlns:a16="http://schemas.microsoft.com/office/drawing/2014/main" id="{675743C2-2DC7-B2BB-03DD-D873149D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023" y="2249067"/>
            <a:ext cx="2432833" cy="550489"/>
          </a:xfrm>
          <a:prstGeom prst="rect">
            <a:avLst/>
          </a:prstGeom>
        </p:spPr>
      </p:pic>
      <p:pic>
        <p:nvPicPr>
          <p:cNvPr id="9" name="Gráfico 8" descr="Resources : Node-RED">
            <a:extLst>
              <a:ext uri="{FF2B5EF4-FFF2-40B4-BE49-F238E27FC236}">
                <a16:creationId xmlns:a16="http://schemas.microsoft.com/office/drawing/2014/main" id="{5AB4F435-FAB7-C771-235A-561C03337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388" y="3911812"/>
            <a:ext cx="1754853" cy="1754853"/>
          </a:xfrm>
          <a:prstGeom prst="rect">
            <a:avLst/>
          </a:prstGeom>
        </p:spPr>
      </p:pic>
      <p:pic>
        <p:nvPicPr>
          <p:cNvPr id="11" name="Imagem 10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39B24B76-F833-A891-2F3A-15D43CB1A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034" y="4336119"/>
            <a:ext cx="2703317" cy="89713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101CD2A-121B-1FC7-DEA3-D9E39F915B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351" y="1528095"/>
            <a:ext cx="1903570" cy="190357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F0CEDFE-5E9C-7575-C97B-A2753D9E85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667" y="3179072"/>
            <a:ext cx="2583756" cy="2583756"/>
          </a:xfrm>
          <a:prstGeom prst="rect">
            <a:avLst/>
          </a:prstGeom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DAD583AB-57F2-581F-0C04-AEE1281B1CA2}"/>
              </a:ext>
            </a:extLst>
          </p:cNvPr>
          <p:cNvSpPr/>
          <p:nvPr/>
        </p:nvSpPr>
        <p:spPr>
          <a:xfrm>
            <a:off x="10442739" y="596970"/>
            <a:ext cx="899068" cy="8761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A5C36525-3BD2-FF93-7D61-33682F7661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4095" y="594725"/>
            <a:ext cx="898289" cy="876518"/>
          </a:xfrm>
          <a:prstGeom prst="rect">
            <a:avLst/>
          </a:prstGeom>
          <a:ln>
            <a:noFill/>
          </a:ln>
        </p:spPr>
      </p:pic>
      <p:pic>
        <p:nvPicPr>
          <p:cNvPr id="3" name="Imagem 2" descr="Logotipo, Ícone&#10;&#10;O conteúdo gerado por IA pode estar incorreto.">
            <a:extLst>
              <a:ext uri="{FF2B5EF4-FFF2-40B4-BE49-F238E27FC236}">
                <a16:creationId xmlns:a16="http://schemas.microsoft.com/office/drawing/2014/main" id="{0176BFB7-88A9-30AD-835C-21454EA70F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6174" y="4118113"/>
            <a:ext cx="1345096" cy="133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0DD6E-CBA0-E82B-FF8F-666FEF8E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62" y="4178"/>
            <a:ext cx="12233441" cy="170656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pt-B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HORA</a:t>
            </a:r>
            <a:r>
              <a:rPr lang="pt-BR" dirty="0"/>
              <a:t> DA </a:t>
            </a:r>
            <a:r>
              <a:rPr lang="pt-BR" dirty="0">
                <a:solidFill>
                  <a:srgbClr val="FAD74B"/>
                </a:solidFill>
              </a:rPr>
              <a:t>PRÁTICA</a:t>
            </a:r>
          </a:p>
        </p:txBody>
      </p:sp>
      <p:pic>
        <p:nvPicPr>
          <p:cNvPr id="10" name="Espaço Reservado para Conteúdo 9" descr="Ícone&#10;&#10;O conteúdo gerado por IA pode estar incorreto.">
            <a:extLst>
              <a:ext uri="{FF2B5EF4-FFF2-40B4-BE49-F238E27FC236}">
                <a16:creationId xmlns:a16="http://schemas.microsoft.com/office/drawing/2014/main" id="{62C68F92-8206-5B0F-480A-31CB22338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246" y="1250163"/>
            <a:ext cx="5458113" cy="54735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9440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HorusEye</vt:lpstr>
      <vt:lpstr>Problema</vt:lpstr>
      <vt:lpstr>Solução</vt:lpstr>
      <vt:lpstr>Telas do Aplicativo</vt:lpstr>
      <vt:lpstr>Telas do Aplicativo</vt:lpstr>
      <vt:lpstr>Próximos passos</vt:lpstr>
      <vt:lpstr>Tecnologias Utilizadas </vt:lpstr>
      <vt:lpstr>HORA DA PRÁTICA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704</cp:revision>
  <dcterms:created xsi:type="dcterms:W3CDTF">2025-07-29T16:41:58Z</dcterms:created>
  <dcterms:modified xsi:type="dcterms:W3CDTF">2025-07-31T18:06:29Z</dcterms:modified>
</cp:coreProperties>
</file>